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DA3A-F2DD-5657-7246-9F00AE3B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BAC15-5E4A-E1AA-5C06-92D5E2835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7BEE-3C9B-7A53-2D72-8450685D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FC2-88B3-15E0-6AB4-3152E5EE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2C134-D1D0-D8AB-27DC-83C07D1E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8533-DDE4-59D6-490B-B1A1D645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8A24-B804-B796-FEDD-F6279A757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2A0BE-C263-9A6B-BF49-3625F02D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7E6CD-BB2F-2B9A-7F66-DD49E913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D74E-EF31-FC3E-BB71-3822970D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4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8D17-00F5-97C0-7A7B-4023EDD9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E849E-5E66-7EB9-585C-A6D4841A5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273A-A650-093A-AFC8-933051EB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7CB3C-BF0E-7F36-8EE8-0A980757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4E33-14E6-C8AC-DB89-4FE1C19E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4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FFB9-EF54-210A-A372-D49A96C9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BF1D-B522-BEDE-2188-A53508896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1D5A6-86B2-F75A-6BAB-311EB0FB2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4901E-A03A-2167-BC8C-E1F685E0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52387-F848-B9E4-C01D-181723047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4E994-AB18-2C49-686E-D046720C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AD9D-8709-D8DD-1D18-B270DBB1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78986-37FF-52D1-EE4A-02F4EC130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6F67B-2DF6-FBDF-304F-BE9F21812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3B60B-8240-5893-9221-C424FA640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D876D-847E-FE42-8F82-9AC4FB1B2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8A394B-A0F1-8DB1-4829-01E57DE9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15005-63BD-01FB-1EE7-59E2EE76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3D829-B0B4-2E59-04E4-707CEC30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24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0C57-59F6-8D30-9DD1-89B4C78F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DE2DD-4AD1-7511-4649-B57C95F1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C2CFF-389F-1E19-C4FE-83E45AC7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7D835-B8F8-A31D-371A-9618A705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1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6F674-0AF3-37D1-8F70-0EFA8BFA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ABEEF-5947-E80D-E3D6-AB24DD27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CBB09-A0D3-9FF3-5DAE-235609DB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6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EDE0-AE0E-ADAA-FBBA-FC6509037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045DD-CF80-1FAD-041D-2530E2C44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8CFF7-F036-7B33-A76E-47C32FA85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C3796-AF43-8BF1-ACB1-53498010B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CC3E2-2711-456C-4659-F4A01343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2F34F-6D84-E658-0C68-677CB2D2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51AF-2A05-C01B-4FD0-4A2D5AEE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DA046-1C65-2410-FA1E-4469B90E8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C897A-5F7F-DB7E-8520-2F41F34CA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5FBA-89E3-E3F1-3FA9-6D05F9FC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10709-388F-00F8-CE9E-3E3D0D3C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2569E-734A-6861-E1EA-46096038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1FC01-27A0-00ED-05C0-C593C476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2351D-1D9E-6CA0-EA2C-9D4B9F85D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C055-72F9-3F70-DA6F-DE049824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7573-FA0D-1787-03CE-215DAEEF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F8358-1077-7BE1-7663-2328799A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4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B6C02-D994-15BD-C4BA-20648B94D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2E5AE-7D43-0ED7-3ED4-4E55B97F1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A523-03E3-AF8C-E5A3-0375B82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FA7C7-1D75-373B-B67F-4EB56BBE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82729-7417-1522-23A4-E8E48DBF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60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9F830-B0FF-2804-FB73-DAD8AE2B4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86896-9CE7-DCB6-ECDB-D14A64B80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3AB6-CE22-774B-91B5-BAD4ADD5D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4A19F-0A93-CF44-862C-BC71E09DCE3A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C7FA-CF39-4A1C-7E95-EBF63D9F7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63FBA-2E99-4A45-F1A6-24D12C481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7F9E9-C866-4D47-8561-9E8089A39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0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E021-9D85-872E-9DEE-21288289A4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/>
              <a:t>Drug Repurposing For Parkinson’s Disease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80F5C-8DB6-8FEB-7116-83274C905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/>
              <a:t>Team OSPL</a:t>
            </a:r>
            <a:endParaRPr lang="en-US" dirty="0"/>
          </a:p>
          <a:p>
            <a:pPr algn="l"/>
            <a:r>
              <a:rPr lang="en-US" dirty="0"/>
              <a:t>Sherry		yangnan319@gmail.com</a:t>
            </a:r>
          </a:p>
          <a:p>
            <a:pPr algn="l"/>
            <a:r>
              <a:rPr lang="en-US" dirty="0"/>
              <a:t>Marcel 		</a:t>
            </a:r>
            <a:r>
              <a:rPr lang="en-US" dirty="0" err="1"/>
              <a:t>marcel.alavi@gmail.com</a:t>
            </a:r>
            <a:endParaRPr lang="en-US" dirty="0"/>
          </a:p>
          <a:p>
            <a:pPr algn="l"/>
            <a:r>
              <a:rPr lang="en-US" dirty="0"/>
              <a:t>Ryan		</a:t>
            </a:r>
            <a:r>
              <a:rPr lang="en-US" dirty="0" err="1"/>
              <a:t>ryan@epiblast.ai</a:t>
            </a:r>
            <a:endParaRPr lang="en-US" dirty="0"/>
          </a:p>
          <a:p>
            <a:pPr algn="l"/>
            <a:r>
              <a:rPr lang="en-US" dirty="0"/>
              <a:t>Sac 		saclearn75@gmail.com</a:t>
            </a:r>
          </a:p>
        </p:txBody>
      </p:sp>
    </p:spTree>
    <p:extLst>
      <p:ext uri="{BB962C8B-B14F-4D97-AF65-F5344CB8AC3E}">
        <p14:creationId xmlns:p14="http://schemas.microsoft.com/office/powerpoint/2010/main" val="245503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F7F5-9159-5775-6963-658C287A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2DD6C-35B3-61E1-6CE7-37696B5F9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 Disease-Modifying Drugs: Existing Parkinson’s treatments only manage symptoms—they do not halt or reverse disease progression.</a:t>
            </a:r>
          </a:p>
          <a:p>
            <a:endParaRPr lang="en-US" dirty="0"/>
          </a:p>
          <a:p>
            <a:r>
              <a:rPr lang="en-US" dirty="0"/>
              <a:t>The Biological Gap: Environmental toxins are proven drivers of Parkinson's, yet their underlying pathways remain an untapped reservoir for therapeutic discovery.</a:t>
            </a:r>
          </a:p>
          <a:p>
            <a:endParaRPr lang="en-US" dirty="0"/>
          </a:p>
          <a:p>
            <a:r>
              <a:rPr lang="en-US" dirty="0"/>
              <a:t>The Opportunity: We lack a framework that connects real-world toxin exposure incidence to targetable molecular mechanisms that can guide drug repurposing.</a:t>
            </a:r>
          </a:p>
        </p:txBody>
      </p:sp>
    </p:spTree>
    <p:extLst>
      <p:ext uri="{BB962C8B-B14F-4D97-AF65-F5344CB8AC3E}">
        <p14:creationId xmlns:p14="http://schemas.microsoft.com/office/powerpoint/2010/main" val="377703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EF67-4A9E-54EC-860E-3821926B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401FF-06F7-31ED-EEDE-8C2B04B3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Our drug repurposing approach pinpoints candidate Parkinson’s therapeutics by correlating epidemiological toxin data with overlapping molecular pathways shared by both toxins and known disease treatments.</a:t>
            </a:r>
          </a:p>
        </p:txBody>
      </p:sp>
    </p:spTree>
    <p:extLst>
      <p:ext uri="{BB962C8B-B14F-4D97-AF65-F5344CB8AC3E}">
        <p14:creationId xmlns:p14="http://schemas.microsoft.com/office/powerpoint/2010/main" val="365681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1ADD5-D301-DF2D-C929-6B76484E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7" y="76200"/>
            <a:ext cx="12194567" cy="670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3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39C5DF-3C2D-7CD2-956B-15DCC31C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449" y="0"/>
            <a:ext cx="12288825" cy="67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8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23A27E-468F-8D50-3090-0B5385A8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6" y="0"/>
            <a:ext cx="12086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8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140</Words>
  <Application>Microsoft Macintosh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Drug Repurposing For Parkinson’s Disease</vt:lpstr>
      <vt:lpstr>The Problem:</vt:lpstr>
      <vt:lpstr>The Solution: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Alavi</dc:creator>
  <cp:lastModifiedBy>Marcel Alavi</cp:lastModifiedBy>
  <cp:revision>5</cp:revision>
  <dcterms:created xsi:type="dcterms:W3CDTF">2026-08-13T22:03:50Z</dcterms:created>
  <dcterms:modified xsi:type="dcterms:W3CDTF">2026-08-13T22:50:02Z</dcterms:modified>
</cp:coreProperties>
</file>